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Gel electrophoresis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Agarose gel separates DNA fragments by size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imaging under UV light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